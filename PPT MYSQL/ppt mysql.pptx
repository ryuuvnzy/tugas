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" charset="1" panose="00000000000000000000"/>
      <p:regular r:id="rId19"/>
    </p:embeddedFont>
    <p:embeddedFont>
      <p:font typeface="Bebas Neue Cyrillic" charset="1" panose="02000506000000020004"/>
      <p:regular r:id="rId20"/>
    </p:embeddedFont>
    <p:embeddedFont>
      <p:font typeface="Open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2.jpe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Relationship Id="rId7" Target="../media/image1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17.jpeg" Type="http://schemas.openxmlformats.org/officeDocument/2006/relationships/image"/><Relationship Id="rId6" Target="../media/image18.jpe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0.jpe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2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434452" y="1284248"/>
            <a:ext cx="6531784" cy="7718504"/>
          </a:xfrm>
          <a:custGeom>
            <a:avLst/>
            <a:gdLst/>
            <a:ahLst/>
            <a:cxnLst/>
            <a:rect r="r" b="b" t="t" l="l"/>
            <a:pathLst>
              <a:path h="7718504" w="6531784">
                <a:moveTo>
                  <a:pt x="0" y="0"/>
                </a:moveTo>
                <a:lnTo>
                  <a:pt x="6531784" y="0"/>
                </a:lnTo>
                <a:lnTo>
                  <a:pt x="6531784" y="7718504"/>
                </a:lnTo>
                <a:lnTo>
                  <a:pt x="0" y="7718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95202" y="7060732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7158" y="1900150"/>
            <a:ext cx="9773339" cy="287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3"/>
              </a:lnSpc>
              <a:spcBef>
                <a:spcPct val="0"/>
              </a:spcBef>
            </a:pPr>
            <a:r>
              <a:rPr lang="en-US" sz="16781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Materi MYSQL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3596" y="4981575"/>
            <a:ext cx="8278897" cy="260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8"/>
              </a:lnSpc>
              <a:spcBef>
                <a:spcPct val="0"/>
              </a:spcBef>
            </a:pPr>
            <a:r>
              <a:rPr lang="en-US" sz="7434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Cara menggunakan Mysql dan Pentingnya Database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747158" y="4747697"/>
            <a:ext cx="1022768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-5400000">
            <a:off x="5541261" y="1772372"/>
            <a:ext cx="7205477" cy="8968730"/>
            <a:chOff x="0" y="0"/>
            <a:chExt cx="510159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015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101590">
                  <a:moveTo>
                    <a:pt x="4216400" y="0"/>
                  </a:moveTo>
                  <a:lnTo>
                    <a:pt x="1838960" y="0"/>
                  </a:lnTo>
                  <a:lnTo>
                    <a:pt x="0" y="1838960"/>
                  </a:lnTo>
                  <a:lnTo>
                    <a:pt x="0" y="1913890"/>
                  </a:lnTo>
                  <a:lnTo>
                    <a:pt x="0" y="6350000"/>
                  </a:lnTo>
                  <a:lnTo>
                    <a:pt x="2209800" y="6350000"/>
                  </a:lnTo>
                  <a:lnTo>
                    <a:pt x="3263900" y="5295900"/>
                  </a:lnTo>
                  <a:lnTo>
                    <a:pt x="4047490" y="4511040"/>
                  </a:lnTo>
                  <a:lnTo>
                    <a:pt x="5101590" y="3456940"/>
                  </a:lnTo>
                  <a:lnTo>
                    <a:pt x="5101590" y="2217420"/>
                  </a:lnTo>
                  <a:lnTo>
                    <a:pt x="5101590" y="134874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5400000">
            <a:off x="5541261" y="2199896"/>
            <a:ext cx="7205477" cy="8968730"/>
            <a:chOff x="0" y="0"/>
            <a:chExt cx="510159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5400000">
              <a:off x="-624205" y="624205"/>
              <a:ext cx="6350000" cy="5101590"/>
            </a:xfrm>
            <a:custGeom>
              <a:avLst/>
              <a:gdLst/>
              <a:ahLst/>
              <a:cxnLst/>
              <a:rect r="r" b="b" t="t" l="l"/>
              <a:pathLst>
                <a:path h="5101590" w="6350000">
                  <a:moveTo>
                    <a:pt x="0" y="885190"/>
                  </a:moveTo>
                  <a:lnTo>
                    <a:pt x="0" y="3262630"/>
                  </a:lnTo>
                  <a:lnTo>
                    <a:pt x="1838960" y="5101590"/>
                  </a:lnTo>
                  <a:lnTo>
                    <a:pt x="1913890" y="5101590"/>
                  </a:lnTo>
                  <a:lnTo>
                    <a:pt x="6350000" y="5101590"/>
                  </a:lnTo>
                  <a:lnTo>
                    <a:pt x="6350000" y="2891790"/>
                  </a:lnTo>
                  <a:lnTo>
                    <a:pt x="5295900" y="1837690"/>
                  </a:lnTo>
                  <a:lnTo>
                    <a:pt x="4511040" y="1054100"/>
                  </a:lnTo>
                  <a:lnTo>
                    <a:pt x="3456940" y="0"/>
                  </a:lnTo>
                  <a:lnTo>
                    <a:pt x="2217420" y="0"/>
                  </a:lnTo>
                  <a:lnTo>
                    <a:pt x="1348740" y="0"/>
                  </a:lnTo>
                  <a:close/>
                </a:path>
              </a:pathLst>
            </a:custGeom>
            <a:blipFill>
              <a:blip r:embed="rId5"/>
              <a:stretch>
                <a:fillRect l="0" t="-57405" r="-2357" b="-1267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35612" y="1460198"/>
            <a:ext cx="654397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PEMBUAT POWER POINT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27525" y="1318270"/>
            <a:ext cx="7205477" cy="8968730"/>
            <a:chOff x="0" y="0"/>
            <a:chExt cx="510159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015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101590">
                  <a:moveTo>
                    <a:pt x="4216400" y="0"/>
                  </a:moveTo>
                  <a:lnTo>
                    <a:pt x="1838960" y="0"/>
                  </a:lnTo>
                  <a:lnTo>
                    <a:pt x="0" y="1838960"/>
                  </a:lnTo>
                  <a:lnTo>
                    <a:pt x="0" y="1913890"/>
                  </a:lnTo>
                  <a:lnTo>
                    <a:pt x="0" y="6350000"/>
                  </a:lnTo>
                  <a:lnTo>
                    <a:pt x="2209800" y="6350000"/>
                  </a:lnTo>
                  <a:lnTo>
                    <a:pt x="3263900" y="5295900"/>
                  </a:lnTo>
                  <a:lnTo>
                    <a:pt x="4047490" y="4511040"/>
                  </a:lnTo>
                  <a:lnTo>
                    <a:pt x="5101590" y="3456940"/>
                  </a:lnTo>
                  <a:lnTo>
                    <a:pt x="5101590" y="2217420"/>
                  </a:lnTo>
                  <a:lnTo>
                    <a:pt x="5101590" y="134874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1318270"/>
            <a:ext cx="7205477" cy="8968730"/>
            <a:chOff x="0" y="0"/>
            <a:chExt cx="510159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0159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101590">
                  <a:moveTo>
                    <a:pt x="4216400" y="0"/>
                  </a:moveTo>
                  <a:lnTo>
                    <a:pt x="1838960" y="0"/>
                  </a:lnTo>
                  <a:lnTo>
                    <a:pt x="0" y="1838960"/>
                  </a:lnTo>
                  <a:lnTo>
                    <a:pt x="0" y="1913890"/>
                  </a:lnTo>
                  <a:lnTo>
                    <a:pt x="0" y="6350000"/>
                  </a:lnTo>
                  <a:lnTo>
                    <a:pt x="2209800" y="6350000"/>
                  </a:lnTo>
                  <a:lnTo>
                    <a:pt x="3263900" y="5295900"/>
                  </a:lnTo>
                  <a:lnTo>
                    <a:pt x="4047490" y="4511040"/>
                  </a:lnTo>
                  <a:lnTo>
                    <a:pt x="5101590" y="3456940"/>
                  </a:lnTo>
                  <a:lnTo>
                    <a:pt x="5101590" y="2217420"/>
                  </a:lnTo>
                  <a:lnTo>
                    <a:pt x="5101590" y="1348740"/>
                  </a:lnTo>
                  <a:close/>
                </a:path>
              </a:pathLst>
            </a:custGeom>
            <a:blipFill>
              <a:blip r:embed="rId5"/>
              <a:stretch>
                <a:fillRect l="-68826" t="0" r="-68826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25621" y="3980928"/>
            <a:ext cx="6158143" cy="1418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Database adalah inti dari sebuah aplikasi yang digunakan untuk menyimpan dan mengelola 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25621" y="1404277"/>
            <a:ext cx="624295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Kenapa Data Base itu penting?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5755010"/>
            <a:ext cx="6158143" cy="189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Desain dari Database yang baik sangat diperlukan dan penting agar mendapat kinerja yang diinginkan pada aplikasi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06284" y="7299735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1158" y="1148374"/>
            <a:ext cx="5714461" cy="2153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3"/>
              </a:lnSpc>
            </a:pPr>
            <a:r>
              <a:rPr lang="en-US" sz="6181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Dasar penggunaan</a:t>
            </a:r>
          </a:p>
          <a:p>
            <a:pPr algn="l">
              <a:lnSpc>
                <a:spcPts val="8653"/>
              </a:lnSpc>
              <a:spcBef>
                <a:spcPct val="0"/>
              </a:spcBef>
            </a:pPr>
            <a:r>
              <a:rPr lang="en-US" sz="6181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mysql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83208" y="3780581"/>
            <a:ext cx="5724110" cy="46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  <a:spcBef>
                <a:spcPct val="0"/>
              </a:spcBef>
            </a:pPr>
            <a:r>
              <a:rPr lang="en-US" b="true" sz="2758">
                <a:solidFill>
                  <a:srgbClr val="C101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Instalasi Menggunakan XAMPP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54252" y="3526897"/>
            <a:ext cx="998238" cy="99823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88018" y="3771056"/>
            <a:ext cx="730706" cy="4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83208" y="5043591"/>
            <a:ext cx="6592142" cy="5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b="true" sz="2966">
                <a:solidFill>
                  <a:srgbClr val="C101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Instal XAMPP dan jalankan MYSQL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54252" y="4801784"/>
            <a:ext cx="998238" cy="99823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88018" y="5045943"/>
            <a:ext cx="730706" cy="4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882083" y="5800022"/>
            <a:ext cx="6261917" cy="4034419"/>
          </a:xfrm>
          <a:custGeom>
            <a:avLst/>
            <a:gdLst/>
            <a:ahLst/>
            <a:cxnLst/>
            <a:rect r="r" b="b" t="t" l="l"/>
            <a:pathLst>
              <a:path h="4034419" w="6261917">
                <a:moveTo>
                  <a:pt x="0" y="0"/>
                </a:moveTo>
                <a:lnTo>
                  <a:pt x="6261917" y="0"/>
                </a:lnTo>
                <a:lnTo>
                  <a:pt x="6261917" y="4034419"/>
                </a:lnTo>
                <a:lnTo>
                  <a:pt x="0" y="4034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869830" y="4744634"/>
            <a:ext cx="6592142" cy="103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b="true" sz="2966">
                <a:solidFill>
                  <a:srgbClr val="C101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Gunakan Cmd Promt untuk mengakses MYSQL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3949" y="4826290"/>
            <a:ext cx="998238" cy="998238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737716" y="5070449"/>
            <a:ext cx="730706" cy="4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855503" y="7411864"/>
            <a:ext cx="4096444" cy="2422577"/>
          </a:xfrm>
          <a:custGeom>
            <a:avLst/>
            <a:gdLst/>
            <a:ahLst/>
            <a:cxnLst/>
            <a:rect r="r" b="b" t="t" l="l"/>
            <a:pathLst>
              <a:path h="2422577" w="4096444">
                <a:moveTo>
                  <a:pt x="0" y="0"/>
                </a:moveTo>
                <a:lnTo>
                  <a:pt x="4096444" y="0"/>
                </a:lnTo>
                <a:lnTo>
                  <a:pt x="4096444" y="2422577"/>
                </a:lnTo>
                <a:lnTo>
                  <a:pt x="0" y="2422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9999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737716" y="6048420"/>
            <a:ext cx="3950398" cy="2382551"/>
          </a:xfrm>
          <a:custGeom>
            <a:avLst/>
            <a:gdLst/>
            <a:ahLst/>
            <a:cxnLst/>
            <a:rect r="r" b="b" t="t" l="l"/>
            <a:pathLst>
              <a:path h="2382551" w="3950398">
                <a:moveTo>
                  <a:pt x="0" y="0"/>
                </a:moveTo>
                <a:lnTo>
                  <a:pt x="3950397" y="0"/>
                </a:lnTo>
                <a:lnTo>
                  <a:pt x="3950397" y="2382552"/>
                </a:lnTo>
                <a:lnTo>
                  <a:pt x="0" y="2382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9610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06284" y="7299735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1158" y="1148374"/>
            <a:ext cx="5714461" cy="2153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3"/>
              </a:lnSpc>
            </a:pPr>
            <a:r>
              <a:rPr lang="en-US" sz="6181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Dasar penggunaan</a:t>
            </a:r>
          </a:p>
          <a:p>
            <a:pPr algn="l">
              <a:lnSpc>
                <a:spcPts val="8653"/>
              </a:lnSpc>
              <a:spcBef>
                <a:spcPct val="0"/>
              </a:spcBef>
            </a:pPr>
            <a:r>
              <a:rPr lang="en-US" sz="6181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mysql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83208" y="3780581"/>
            <a:ext cx="5724110" cy="46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2"/>
              </a:lnSpc>
              <a:spcBef>
                <a:spcPct val="0"/>
              </a:spcBef>
            </a:pPr>
            <a:r>
              <a:rPr lang="en-US" b="true" sz="2758">
                <a:solidFill>
                  <a:srgbClr val="C101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Berberapa Perintah Dasar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54252" y="3526897"/>
            <a:ext cx="998238" cy="99823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688018" y="3771056"/>
            <a:ext cx="730706" cy="4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~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83208" y="5043591"/>
            <a:ext cx="6592142" cy="50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b="true" sz="2966">
                <a:solidFill>
                  <a:srgbClr val="C101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Menampilkan Versi MySQL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554252" y="4801784"/>
            <a:ext cx="998238" cy="99823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88018" y="5045943"/>
            <a:ext cx="730706" cy="4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09881" y="3445240"/>
            <a:ext cx="6592142" cy="103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2"/>
              </a:lnSpc>
              <a:spcBef>
                <a:spcPct val="0"/>
              </a:spcBef>
            </a:pPr>
            <a:r>
              <a:rPr lang="en-US" b="true" sz="2966">
                <a:solidFill>
                  <a:srgbClr val="C101F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Menampilkan Tanggal / waktu dan jam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0" y="3526897"/>
            <a:ext cx="998238" cy="998238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277766" y="3771056"/>
            <a:ext cx="730706" cy="45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1"/>
              </a:lnSpc>
              <a:spcBef>
                <a:spcPct val="0"/>
              </a:spcBef>
            </a:pPr>
            <a:r>
              <a:rPr lang="en-US" b="true" sz="265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2792401" y="6073953"/>
            <a:ext cx="4413076" cy="2843251"/>
          </a:xfrm>
          <a:custGeom>
            <a:avLst/>
            <a:gdLst/>
            <a:ahLst/>
            <a:cxnLst/>
            <a:rect r="r" b="b" t="t" l="l"/>
            <a:pathLst>
              <a:path h="2843251" w="4413076">
                <a:moveTo>
                  <a:pt x="0" y="0"/>
                </a:moveTo>
                <a:lnTo>
                  <a:pt x="4413076" y="0"/>
                </a:lnTo>
                <a:lnTo>
                  <a:pt x="4413076" y="2843251"/>
                </a:lnTo>
                <a:lnTo>
                  <a:pt x="0" y="2843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30" t="0" r="-73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144000" y="4917184"/>
            <a:ext cx="5972916" cy="2382551"/>
          </a:xfrm>
          <a:custGeom>
            <a:avLst/>
            <a:gdLst/>
            <a:ahLst/>
            <a:cxnLst/>
            <a:rect r="r" b="b" t="t" l="l"/>
            <a:pathLst>
              <a:path h="2382551" w="5972916">
                <a:moveTo>
                  <a:pt x="0" y="0"/>
                </a:moveTo>
                <a:lnTo>
                  <a:pt x="5972916" y="0"/>
                </a:lnTo>
                <a:lnTo>
                  <a:pt x="5972916" y="2382551"/>
                </a:lnTo>
                <a:lnTo>
                  <a:pt x="0" y="2382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3" t="-1559" r="0" b="-1559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603223" y="7495579"/>
            <a:ext cx="3027386" cy="1790352"/>
          </a:xfrm>
          <a:custGeom>
            <a:avLst/>
            <a:gdLst/>
            <a:ahLst/>
            <a:cxnLst/>
            <a:rect r="r" b="b" t="t" l="l"/>
            <a:pathLst>
              <a:path h="1790352" w="3027386">
                <a:moveTo>
                  <a:pt x="0" y="0"/>
                </a:moveTo>
                <a:lnTo>
                  <a:pt x="3027386" y="0"/>
                </a:lnTo>
                <a:lnTo>
                  <a:pt x="3027386" y="1790352"/>
                </a:lnTo>
                <a:lnTo>
                  <a:pt x="0" y="17903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88" t="0" r="-1588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1794361"/>
            <a:ext cx="8402462" cy="8502164"/>
            <a:chOff x="0" y="0"/>
            <a:chExt cx="6314339" cy="63892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14339" cy="6389263"/>
            </a:xfrm>
            <a:custGeom>
              <a:avLst/>
              <a:gdLst/>
              <a:ahLst/>
              <a:cxnLst/>
              <a:rect r="r" b="b" t="t" l="l"/>
              <a:pathLst>
                <a:path h="6389263" w="6314339">
                  <a:moveTo>
                    <a:pt x="0" y="1214368"/>
                  </a:moveTo>
                  <a:lnTo>
                    <a:pt x="946756" y="133027"/>
                  </a:lnTo>
                  <a:lnTo>
                    <a:pt x="5367582" y="0"/>
                  </a:lnTo>
                  <a:lnTo>
                    <a:pt x="6314339" y="3066214"/>
                  </a:lnTo>
                  <a:lnTo>
                    <a:pt x="5826496" y="5273677"/>
                  </a:lnTo>
                  <a:lnTo>
                    <a:pt x="6245962" y="6389263"/>
                  </a:lnTo>
                  <a:lnTo>
                    <a:pt x="0" y="638926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2098416"/>
            <a:ext cx="8115300" cy="8198109"/>
            <a:chOff x="0" y="0"/>
            <a:chExt cx="6098540" cy="61607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8540" cy="6160770"/>
            </a:xfrm>
            <a:custGeom>
              <a:avLst/>
              <a:gdLst/>
              <a:ahLst/>
              <a:cxnLst/>
              <a:rect r="r" b="b" t="t" l="l"/>
              <a:pathLst>
                <a:path h="6160770" w="6098540">
                  <a:moveTo>
                    <a:pt x="0" y="1170940"/>
                  </a:moveTo>
                  <a:lnTo>
                    <a:pt x="914400" y="128270"/>
                  </a:lnTo>
                  <a:lnTo>
                    <a:pt x="5184140" y="0"/>
                  </a:lnTo>
                  <a:lnTo>
                    <a:pt x="6098540" y="2956560"/>
                  </a:lnTo>
                  <a:lnTo>
                    <a:pt x="5627370" y="5085080"/>
                  </a:lnTo>
                  <a:lnTo>
                    <a:pt x="6032500" y="6160770"/>
                  </a:lnTo>
                  <a:lnTo>
                    <a:pt x="0" y="6160770"/>
                  </a:lnTo>
                  <a:close/>
                </a:path>
              </a:pathLst>
            </a:custGeom>
            <a:blipFill>
              <a:blip r:embed="rId5"/>
              <a:stretch>
                <a:fillRect l="-25903" t="0" r="-25903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79646" y="1130786"/>
            <a:ext cx="6227343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Bahasa Definisi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17241" y="2286487"/>
            <a:ext cx="5484132" cy="141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  <a:spcBef>
                <a:spcPct val="0"/>
              </a:spcBef>
            </a:pPr>
            <a:r>
              <a:rPr lang="en-US" sz="20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Merupakan proses pembuatan RUMAH dari dqta. Data akan di simpan pada KOLOM, kolom disimpan di Tabel disimpan di DATABASE.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077142" y="6787255"/>
            <a:ext cx="3567807" cy="3170900"/>
          </a:xfrm>
          <a:custGeom>
            <a:avLst/>
            <a:gdLst/>
            <a:ahLst/>
            <a:cxnLst/>
            <a:rect r="r" b="b" t="t" l="l"/>
            <a:pathLst>
              <a:path h="3170900" w="3567807">
                <a:moveTo>
                  <a:pt x="0" y="0"/>
                </a:moveTo>
                <a:lnTo>
                  <a:pt x="3567807" y="0"/>
                </a:lnTo>
                <a:lnTo>
                  <a:pt x="3567807" y="3170900"/>
                </a:lnTo>
                <a:lnTo>
                  <a:pt x="0" y="317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9827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148832" y="4620652"/>
            <a:ext cx="5671817" cy="1926858"/>
          </a:xfrm>
          <a:custGeom>
            <a:avLst/>
            <a:gdLst/>
            <a:ahLst/>
            <a:cxnLst/>
            <a:rect r="r" b="b" t="t" l="l"/>
            <a:pathLst>
              <a:path h="1926858" w="5671817">
                <a:moveTo>
                  <a:pt x="0" y="0"/>
                </a:moveTo>
                <a:lnTo>
                  <a:pt x="5671817" y="0"/>
                </a:lnTo>
                <a:lnTo>
                  <a:pt x="5671817" y="1926858"/>
                </a:lnTo>
                <a:lnTo>
                  <a:pt x="0" y="1926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65801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50505" y="3948473"/>
            <a:ext cx="5061638" cy="39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Membuat &amp; menghapus DATABASE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702341" y="3705631"/>
            <a:ext cx="915021" cy="91502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8824956" y="3934197"/>
            <a:ext cx="669791" cy="41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b="true" sz="243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395202" y="7060732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69684" y="4229100"/>
            <a:ext cx="18427367" cy="1028700"/>
            <a:chOff x="0" y="0"/>
            <a:chExt cx="14559895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559896" cy="812800"/>
            </a:xfrm>
            <a:custGeom>
              <a:avLst/>
              <a:gdLst/>
              <a:ahLst/>
              <a:cxnLst/>
              <a:rect r="r" b="b" t="t" l="l"/>
              <a:pathLst>
                <a:path h="812800" w="14559896">
                  <a:moveTo>
                    <a:pt x="0" y="0"/>
                  </a:moveTo>
                  <a:lnTo>
                    <a:pt x="14559896" y="0"/>
                  </a:lnTo>
                  <a:lnTo>
                    <a:pt x="14559896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5598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6200" y="3290602"/>
            <a:ext cx="4782974" cy="2905696"/>
            <a:chOff x="0" y="0"/>
            <a:chExt cx="9911092" cy="60210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11093" cy="6021070"/>
            </a:xfrm>
            <a:custGeom>
              <a:avLst/>
              <a:gdLst/>
              <a:ahLst/>
              <a:cxnLst/>
              <a:rect r="r" b="b" t="t" l="l"/>
              <a:pathLst>
                <a:path h="6021070" w="9911093">
                  <a:moveTo>
                    <a:pt x="0" y="6021070"/>
                  </a:moveTo>
                  <a:lnTo>
                    <a:pt x="1151715" y="0"/>
                  </a:lnTo>
                  <a:lnTo>
                    <a:pt x="9911093" y="0"/>
                  </a:lnTo>
                  <a:lnTo>
                    <a:pt x="8759377" y="6021070"/>
                  </a:lnTo>
                  <a:close/>
                </a:path>
              </a:pathLst>
            </a:custGeom>
            <a:blipFill>
              <a:blip r:embed="rId5"/>
              <a:stretch>
                <a:fillRect l="0" t="-22671" r="-4431" b="-163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530261" y="3290602"/>
            <a:ext cx="4782974" cy="2905696"/>
            <a:chOff x="0" y="0"/>
            <a:chExt cx="9911092" cy="60210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11093" cy="6021070"/>
            </a:xfrm>
            <a:custGeom>
              <a:avLst/>
              <a:gdLst/>
              <a:ahLst/>
              <a:cxnLst/>
              <a:rect r="r" b="b" t="t" l="l"/>
              <a:pathLst>
                <a:path h="6021070" w="9911093">
                  <a:moveTo>
                    <a:pt x="0" y="6021070"/>
                  </a:moveTo>
                  <a:lnTo>
                    <a:pt x="1151715" y="0"/>
                  </a:lnTo>
                  <a:lnTo>
                    <a:pt x="9911093" y="0"/>
                  </a:lnTo>
                  <a:lnTo>
                    <a:pt x="8759377" y="6021070"/>
                  </a:lnTo>
                  <a:close/>
                </a:path>
              </a:pathLst>
            </a:custGeom>
            <a:blipFill>
              <a:blip r:embed="rId6"/>
              <a:stretch>
                <a:fillRect l="0" t="-21145" r="0" b="-2114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97523" y="3290602"/>
            <a:ext cx="4782974" cy="2905696"/>
            <a:chOff x="0" y="0"/>
            <a:chExt cx="9911092" cy="60210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11093" cy="6021070"/>
            </a:xfrm>
            <a:custGeom>
              <a:avLst/>
              <a:gdLst/>
              <a:ahLst/>
              <a:cxnLst/>
              <a:rect r="r" b="b" t="t" l="l"/>
              <a:pathLst>
                <a:path h="6021070" w="9911093">
                  <a:moveTo>
                    <a:pt x="0" y="6021070"/>
                  </a:moveTo>
                  <a:lnTo>
                    <a:pt x="1151715" y="0"/>
                  </a:lnTo>
                  <a:lnTo>
                    <a:pt x="9911093" y="0"/>
                  </a:lnTo>
                  <a:lnTo>
                    <a:pt x="8759377" y="6021070"/>
                  </a:lnTo>
                  <a:close/>
                </a:path>
              </a:pathLst>
            </a:custGeom>
            <a:blipFill>
              <a:blip r:embed="rId7"/>
              <a:stretch>
                <a:fillRect l="0" t="-3370" r="0" b="-337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196763" y="895350"/>
            <a:ext cx="789447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Bahasa Definisi Data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271090" y="2350671"/>
            <a:ext cx="3745820" cy="678410"/>
            <a:chOff x="0" y="0"/>
            <a:chExt cx="4492216" cy="8135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92216" cy="813590"/>
            </a:xfrm>
            <a:custGeom>
              <a:avLst/>
              <a:gdLst/>
              <a:ahLst/>
              <a:cxnLst/>
              <a:rect r="r" b="b" t="t" l="l"/>
              <a:pathLst>
                <a:path h="813590" w="4492216">
                  <a:moveTo>
                    <a:pt x="0" y="0"/>
                  </a:moveTo>
                  <a:lnTo>
                    <a:pt x="4492216" y="0"/>
                  </a:lnTo>
                  <a:lnTo>
                    <a:pt x="4492216" y="813590"/>
                  </a:lnTo>
                  <a:lnTo>
                    <a:pt x="0" y="81359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492216" cy="861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361910" y="2369507"/>
            <a:ext cx="350792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spc="4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TIPE TIPE DATA DALAM TABEL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439744" y="3290602"/>
            <a:ext cx="4782974" cy="2905696"/>
            <a:chOff x="0" y="0"/>
            <a:chExt cx="9911092" cy="6021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11093" cy="6021070"/>
            </a:xfrm>
            <a:custGeom>
              <a:avLst/>
              <a:gdLst/>
              <a:ahLst/>
              <a:cxnLst/>
              <a:rect r="r" b="b" t="t" l="l"/>
              <a:pathLst>
                <a:path h="6021070" w="9911093">
                  <a:moveTo>
                    <a:pt x="0" y="6021070"/>
                  </a:moveTo>
                  <a:lnTo>
                    <a:pt x="1151715" y="0"/>
                  </a:lnTo>
                  <a:lnTo>
                    <a:pt x="9911093" y="0"/>
                  </a:lnTo>
                  <a:lnTo>
                    <a:pt x="8759377" y="6021070"/>
                  </a:lnTo>
                  <a:close/>
                </a:path>
              </a:pathLst>
            </a:custGeom>
            <a:blipFill>
              <a:blip r:embed="rId7"/>
              <a:stretch>
                <a:fillRect l="0" t="-3370" r="0" b="-337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95202" y="7060732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971305" y="3743367"/>
            <a:ext cx="4053161" cy="4226445"/>
            <a:chOff x="0" y="0"/>
            <a:chExt cx="608965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896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089650">
                  <a:moveTo>
                    <a:pt x="0" y="2145030"/>
                  </a:moveTo>
                  <a:lnTo>
                    <a:pt x="4122420" y="0"/>
                  </a:lnTo>
                  <a:lnTo>
                    <a:pt x="6089650" y="1337310"/>
                  </a:lnTo>
                  <a:lnTo>
                    <a:pt x="6089650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5"/>
              <a:stretch>
                <a:fillRect l="-15096" t="0" r="-15096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17420" y="3743367"/>
            <a:ext cx="4053161" cy="4226445"/>
            <a:chOff x="0" y="0"/>
            <a:chExt cx="608965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896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089650">
                  <a:moveTo>
                    <a:pt x="0" y="2145030"/>
                  </a:moveTo>
                  <a:lnTo>
                    <a:pt x="4122420" y="0"/>
                  </a:lnTo>
                  <a:lnTo>
                    <a:pt x="6089650" y="1337310"/>
                  </a:lnTo>
                  <a:lnTo>
                    <a:pt x="6089650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6"/>
              <a:stretch>
                <a:fillRect l="-33022" t="0" r="-29517" b="-4663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265955" y="3743367"/>
            <a:ext cx="4053161" cy="4226445"/>
            <a:chOff x="0" y="0"/>
            <a:chExt cx="608965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8965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089650">
                  <a:moveTo>
                    <a:pt x="0" y="2145030"/>
                  </a:moveTo>
                  <a:lnTo>
                    <a:pt x="4122420" y="0"/>
                  </a:lnTo>
                  <a:lnTo>
                    <a:pt x="6089650" y="1337310"/>
                  </a:lnTo>
                  <a:lnTo>
                    <a:pt x="6089650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7"/>
              <a:stretch>
                <a:fillRect l="0" t="-35588" r="0" b="-358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024466" y="1751209"/>
            <a:ext cx="623906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Bahasa Definisi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90040" y="2855324"/>
            <a:ext cx="3507920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spc="40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MEMBUAT TABEL &amp; KOLOM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95202" y="7060732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772622" y="3720021"/>
            <a:ext cx="4811718" cy="2923158"/>
            <a:chOff x="0" y="0"/>
            <a:chExt cx="9911092" cy="60210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11093" cy="6021070"/>
            </a:xfrm>
            <a:custGeom>
              <a:avLst/>
              <a:gdLst/>
              <a:ahLst/>
              <a:cxnLst/>
              <a:rect r="r" b="b" t="t" l="l"/>
              <a:pathLst>
                <a:path h="6021070" w="9911093">
                  <a:moveTo>
                    <a:pt x="0" y="6021070"/>
                  </a:moveTo>
                  <a:lnTo>
                    <a:pt x="1151715" y="0"/>
                  </a:lnTo>
                  <a:lnTo>
                    <a:pt x="9911093" y="0"/>
                  </a:lnTo>
                  <a:lnTo>
                    <a:pt x="8759377" y="602107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1028700"/>
            <a:ext cx="8115300" cy="4930111"/>
            <a:chOff x="0" y="0"/>
            <a:chExt cx="9911092" cy="60210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11093" cy="6021070"/>
            </a:xfrm>
            <a:custGeom>
              <a:avLst/>
              <a:gdLst/>
              <a:ahLst/>
              <a:cxnLst/>
              <a:rect r="r" b="b" t="t" l="l"/>
              <a:pathLst>
                <a:path h="6021070" w="9911093">
                  <a:moveTo>
                    <a:pt x="0" y="6021070"/>
                  </a:moveTo>
                  <a:lnTo>
                    <a:pt x="1151715" y="0"/>
                  </a:lnTo>
                  <a:lnTo>
                    <a:pt x="9911093" y="0"/>
                  </a:lnTo>
                  <a:lnTo>
                    <a:pt x="8759377" y="6021070"/>
                  </a:lnTo>
                  <a:close/>
                </a:path>
              </a:pathLst>
            </a:custGeom>
            <a:blipFill>
              <a:blip r:embed="rId5"/>
              <a:stretch>
                <a:fillRect l="0" t="-4938" r="0" b="-11121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130485" y="4328189"/>
            <a:ext cx="9128815" cy="4930111"/>
            <a:chOff x="0" y="0"/>
            <a:chExt cx="11148882" cy="60210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148882" cy="6021070"/>
            </a:xfrm>
            <a:custGeom>
              <a:avLst/>
              <a:gdLst/>
              <a:ahLst/>
              <a:cxnLst/>
              <a:rect r="r" b="b" t="t" l="l"/>
              <a:pathLst>
                <a:path h="6021070" w="11148882">
                  <a:moveTo>
                    <a:pt x="0" y="6021070"/>
                  </a:moveTo>
                  <a:lnTo>
                    <a:pt x="1295552" y="0"/>
                  </a:lnTo>
                  <a:lnTo>
                    <a:pt x="11148882" y="0"/>
                  </a:lnTo>
                  <a:lnTo>
                    <a:pt x="9853330" y="6021070"/>
                  </a:lnTo>
                  <a:close/>
                </a:path>
              </a:pathLst>
            </a:custGeom>
            <a:blipFill>
              <a:blip r:embed="rId6"/>
              <a:stretch>
                <a:fillRect l="0" t="-19867" r="0" b="-19867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47158" y="7303845"/>
            <a:ext cx="6896000" cy="131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1"/>
              </a:lnSpc>
              <a:spcBef>
                <a:spcPct val="0"/>
              </a:spcBef>
            </a:pPr>
            <a:r>
              <a:rPr lang="en-US" sz="757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Bahasa Definisi Data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82083" y="1946304"/>
            <a:ext cx="7809022" cy="81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1"/>
              </a:lnSpc>
              <a:spcBef>
                <a:spcPct val="0"/>
              </a:spcBef>
            </a:pPr>
            <a:r>
              <a:rPr lang="en-US" b="true" sz="2408" spc="53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MENAMBAHKAN PIMARY KEY DAN KOLOM SETELAH KOLOM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95202" y="7060732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814700" y="3363381"/>
            <a:ext cx="6749596" cy="3697351"/>
            <a:chOff x="0" y="0"/>
            <a:chExt cx="11728744" cy="64248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728744" cy="6424871"/>
            </a:xfrm>
            <a:custGeom>
              <a:avLst/>
              <a:gdLst/>
              <a:ahLst/>
              <a:cxnLst/>
              <a:rect r="r" b="b" t="t" l="l"/>
              <a:pathLst>
                <a:path h="6424871" w="11728744">
                  <a:moveTo>
                    <a:pt x="0" y="6424871"/>
                  </a:moveTo>
                  <a:lnTo>
                    <a:pt x="1362935" y="0"/>
                  </a:lnTo>
                  <a:lnTo>
                    <a:pt x="11728744" y="0"/>
                  </a:lnTo>
                  <a:lnTo>
                    <a:pt x="10365809" y="6424871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814700" y="3595758"/>
            <a:ext cx="6415900" cy="3464974"/>
            <a:chOff x="0" y="0"/>
            <a:chExt cx="11148882" cy="60210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148882" cy="6021070"/>
            </a:xfrm>
            <a:custGeom>
              <a:avLst/>
              <a:gdLst/>
              <a:ahLst/>
              <a:cxnLst/>
              <a:rect r="r" b="b" t="t" l="l"/>
              <a:pathLst>
                <a:path h="6021070" w="11148882">
                  <a:moveTo>
                    <a:pt x="0" y="6021070"/>
                  </a:moveTo>
                  <a:lnTo>
                    <a:pt x="1295552" y="0"/>
                  </a:lnTo>
                  <a:lnTo>
                    <a:pt x="11148882" y="0"/>
                  </a:lnTo>
                  <a:lnTo>
                    <a:pt x="9853330" y="6021070"/>
                  </a:lnTo>
                  <a:close/>
                </a:path>
              </a:pathLst>
            </a:custGeom>
            <a:blipFill>
              <a:blip r:embed="rId5"/>
              <a:stretch>
                <a:fillRect l="-30564" t="0" r="-30564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2809" y="1294430"/>
            <a:ext cx="628106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Bahasa Definisi Data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078246" y="3363381"/>
            <a:ext cx="6749596" cy="3697351"/>
            <a:chOff x="0" y="0"/>
            <a:chExt cx="11728744" cy="64248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728744" cy="6424871"/>
            </a:xfrm>
            <a:custGeom>
              <a:avLst/>
              <a:gdLst/>
              <a:ahLst/>
              <a:cxnLst/>
              <a:rect r="r" b="b" t="t" l="l"/>
              <a:pathLst>
                <a:path h="6424871" w="11728744">
                  <a:moveTo>
                    <a:pt x="0" y="6424871"/>
                  </a:moveTo>
                  <a:lnTo>
                    <a:pt x="1362935" y="0"/>
                  </a:lnTo>
                  <a:lnTo>
                    <a:pt x="11728744" y="0"/>
                  </a:lnTo>
                  <a:lnTo>
                    <a:pt x="10365809" y="6424871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078246" y="3595758"/>
            <a:ext cx="6415900" cy="3464974"/>
            <a:chOff x="0" y="0"/>
            <a:chExt cx="11148882" cy="60210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48882" cy="6021070"/>
            </a:xfrm>
            <a:custGeom>
              <a:avLst/>
              <a:gdLst/>
              <a:ahLst/>
              <a:cxnLst/>
              <a:rect r="r" b="b" t="t" l="l"/>
              <a:pathLst>
                <a:path h="6021070" w="11148882">
                  <a:moveTo>
                    <a:pt x="0" y="6021070"/>
                  </a:moveTo>
                  <a:lnTo>
                    <a:pt x="1295552" y="0"/>
                  </a:lnTo>
                  <a:lnTo>
                    <a:pt x="11148882" y="0"/>
                  </a:lnTo>
                  <a:lnTo>
                    <a:pt x="9853330" y="6021070"/>
                  </a:lnTo>
                  <a:close/>
                </a:path>
              </a:pathLst>
            </a:custGeom>
            <a:blipFill>
              <a:blip r:embed="rId6"/>
              <a:stretch>
                <a:fillRect l="0" t="-4885" r="0" b="-4885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448829" y="2270444"/>
            <a:ext cx="7809022" cy="39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1"/>
              </a:lnSpc>
              <a:spcBef>
                <a:spcPct val="0"/>
              </a:spcBef>
            </a:pPr>
            <a:r>
              <a:rPr lang="en-US" b="true" sz="2408" spc="53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MENAMBAHKAN INDEX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1158" y="1404277"/>
            <a:ext cx="5589738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Relasi Antar Tabel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926" y="2645885"/>
            <a:ext cx="4989369" cy="519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18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Konsep Lanjutan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View: Gabungan beberapa tabel untuk kemudahan analisis. 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Trigger: Mengotomatisasi perubahan data berdasarkan kondisi. 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Contoh: Mengurangi stok barang saat ada transaksi. Join: Inner 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Join: Mengambil data yang ada di dua tabel. 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Left/Right Join: Menampilkan data tabel utama atau sekunder.</a:t>
            </a:r>
          </a:p>
          <a:p>
            <a:pPr algn="l">
              <a:lnSpc>
                <a:spcPts val="2606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667327" y="2636360"/>
            <a:ext cx="4202503" cy="323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Relasi Antar Tabel Konsep Relasional:</a:t>
            </a:r>
          </a:p>
          <a:p>
            <a:pPr algn="l">
              <a:lnSpc>
                <a:spcPts val="2604"/>
              </a:lnSpc>
            </a:pPr>
          </a:p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Primary Key: Unik untuk setiap baris data.</a:t>
            </a:r>
          </a:p>
          <a:p>
            <a:pPr algn="l">
              <a:lnSpc>
                <a:spcPts val="2604"/>
              </a:lnSpc>
            </a:pPr>
          </a:p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Foreign Key: Menghubungkan tabel. </a:t>
            </a:r>
          </a:p>
          <a:p>
            <a:pPr algn="l">
              <a:lnSpc>
                <a:spcPts val="2604"/>
              </a:lnSpc>
            </a:pPr>
          </a:p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Contoh Relasi: Relasi antar tabel barang, pelanggan, dan transaksi.</a:t>
            </a:r>
          </a:p>
          <a:p>
            <a:pPr algn="l">
              <a:lnSpc>
                <a:spcPts val="260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391909" y="2645885"/>
            <a:ext cx="4989369" cy="6168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1861" spc="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Keamanan dan Manajemen User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 spc="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Pengaturan User: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 spc="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Membuat user: CREATE USER 'nama_user'@'host';.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 spc="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Memberikan hak akses: GRANT ALL PRIVILEGES ON db.* TO 'nama_user'@'host';.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 spc="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Menghapus user: DROP USER 'nama_user'@'host';.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 spc="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Pengaturan Password:</a:t>
            </a:r>
          </a:p>
          <a:p>
            <a:pPr algn="l">
              <a:lnSpc>
                <a:spcPts val="2606"/>
              </a:lnSpc>
            </a:pPr>
          </a:p>
          <a:p>
            <a:pPr algn="l">
              <a:lnSpc>
                <a:spcPts val="2606"/>
              </a:lnSpc>
            </a:pPr>
            <a:r>
              <a:rPr lang="en-US" sz="1861" spc="2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Mengatur ulang password: SET PASSWORD FOR 'user'@'host' = PASSWORD('password');.</a:t>
            </a:r>
          </a:p>
          <a:p>
            <a:pPr algn="l">
              <a:lnSpc>
                <a:spcPts val="260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395202" y="7060732"/>
            <a:ext cx="5974530" cy="5974530"/>
          </a:xfrm>
          <a:custGeom>
            <a:avLst/>
            <a:gdLst/>
            <a:ahLst/>
            <a:cxnLst/>
            <a:rect r="r" b="b" t="t" l="l"/>
            <a:pathLst>
              <a:path h="5974530" w="5974530">
                <a:moveTo>
                  <a:pt x="0" y="0"/>
                </a:moveTo>
                <a:lnTo>
                  <a:pt x="5974530" y="0"/>
                </a:lnTo>
                <a:lnTo>
                  <a:pt x="5974530" y="5974530"/>
                </a:lnTo>
                <a:lnTo>
                  <a:pt x="0" y="5974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55159" y="1028700"/>
            <a:ext cx="8544923" cy="9258300"/>
            <a:chOff x="0" y="0"/>
            <a:chExt cx="6534971" cy="70805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34972" cy="7080547"/>
            </a:xfrm>
            <a:custGeom>
              <a:avLst/>
              <a:gdLst/>
              <a:ahLst/>
              <a:cxnLst/>
              <a:rect r="r" b="b" t="t" l="l"/>
              <a:pathLst>
                <a:path h="7080547" w="6534972">
                  <a:moveTo>
                    <a:pt x="0" y="1303231"/>
                  </a:moveTo>
                  <a:lnTo>
                    <a:pt x="6420935" y="0"/>
                  </a:lnTo>
                  <a:lnTo>
                    <a:pt x="6534972" y="4594292"/>
                  </a:lnTo>
                  <a:lnTo>
                    <a:pt x="5497908" y="5602868"/>
                  </a:lnTo>
                  <a:lnTo>
                    <a:pt x="5780988" y="7080547"/>
                  </a:lnTo>
                  <a:lnTo>
                    <a:pt x="71105" y="7080547"/>
                  </a:lnTo>
                  <a:lnTo>
                    <a:pt x="709711" y="2468663"/>
                  </a:lnTo>
                  <a:lnTo>
                    <a:pt x="185142" y="2514107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55159" y="1383430"/>
            <a:ext cx="8257760" cy="8903570"/>
            <a:chOff x="0" y="0"/>
            <a:chExt cx="6315356" cy="68092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15356" cy="6809257"/>
            </a:xfrm>
            <a:custGeom>
              <a:avLst/>
              <a:gdLst/>
              <a:ahLst/>
              <a:cxnLst/>
              <a:rect r="r" b="b" t="t" l="l"/>
              <a:pathLst>
                <a:path h="6809257" w="6315356">
                  <a:moveTo>
                    <a:pt x="0" y="1253298"/>
                  </a:moveTo>
                  <a:lnTo>
                    <a:pt x="6205151" y="0"/>
                  </a:lnTo>
                  <a:lnTo>
                    <a:pt x="6315356" y="4418263"/>
                  </a:lnTo>
                  <a:lnTo>
                    <a:pt x="5313144" y="5388195"/>
                  </a:lnTo>
                  <a:lnTo>
                    <a:pt x="5586711" y="6809257"/>
                  </a:lnTo>
                  <a:lnTo>
                    <a:pt x="68716" y="6809257"/>
                  </a:lnTo>
                  <a:lnTo>
                    <a:pt x="685860" y="2374076"/>
                  </a:lnTo>
                  <a:lnTo>
                    <a:pt x="178920" y="2417780"/>
                  </a:lnTo>
                  <a:close/>
                </a:path>
              </a:pathLst>
            </a:custGeom>
            <a:blipFill>
              <a:blip r:embed="rId5"/>
              <a:stretch>
                <a:fillRect l="-33938" t="0" r="-67766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55198" y="2511789"/>
            <a:ext cx="434717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C101F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Kesimpulan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55198" y="3747182"/>
            <a:ext cx="7809022" cy="458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b="true" sz="2408" spc="537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KESIMPULAN</a:t>
            </a:r>
          </a:p>
          <a:p>
            <a:pPr algn="l">
              <a:lnSpc>
                <a:spcPts val="3371"/>
              </a:lnSpc>
            </a:pPr>
          </a:p>
          <a:p>
            <a:pPr algn="l">
              <a:lnSpc>
                <a:spcPts val="3371"/>
              </a:lnSpc>
            </a:pPr>
            <a:r>
              <a:rPr lang="en-US" sz="2408" spc="53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Desain database yang baik adalah langkah awal menuju aplikasi yang sukses.</a:t>
            </a:r>
          </a:p>
          <a:p>
            <a:pPr algn="l">
              <a:lnSpc>
                <a:spcPts val="3371"/>
              </a:lnSpc>
            </a:pPr>
          </a:p>
          <a:p>
            <a:pPr algn="l">
              <a:lnSpc>
                <a:spcPts val="3371"/>
              </a:lnSpc>
            </a:pPr>
            <a:r>
              <a:rPr lang="en-US" sz="2408" spc="537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MySQL menyediakan banyak fitur, mulai dari operasi dasar hingga manajemen keamanan yang kompleks.</a:t>
            </a:r>
          </a:p>
          <a:p>
            <a:pPr algn="l">
              <a:lnSpc>
                <a:spcPts val="33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9053D">
                <a:alpha val="100000"/>
              </a:srgbClr>
            </a:gs>
            <a:gs pos="100000">
              <a:srgbClr val="0C001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19337" y="7969812"/>
            <a:ext cx="168663" cy="1288488"/>
            <a:chOff x="0" y="0"/>
            <a:chExt cx="229432" cy="17527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432" cy="1752723"/>
            </a:xfrm>
            <a:custGeom>
              <a:avLst/>
              <a:gdLst/>
              <a:ahLst/>
              <a:cxnLst/>
              <a:rect r="r" b="b" t="t" l="l"/>
              <a:pathLst>
                <a:path h="1752723" w="229432">
                  <a:moveTo>
                    <a:pt x="0" y="0"/>
                  </a:moveTo>
                  <a:lnTo>
                    <a:pt x="229432" y="0"/>
                  </a:lnTo>
                  <a:lnTo>
                    <a:pt x="229432" y="1752723"/>
                  </a:lnTo>
                  <a:lnTo>
                    <a:pt x="0" y="1752723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9432" cy="1790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0"/>
            <a:ext cx="1028700" cy="10287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13336" y="485721"/>
            <a:ext cx="267646" cy="280926"/>
          </a:xfrm>
          <a:custGeom>
            <a:avLst/>
            <a:gdLst/>
            <a:ahLst/>
            <a:cxnLst/>
            <a:rect r="r" b="b" t="t" l="l"/>
            <a:pathLst>
              <a:path h="280926" w="267646">
                <a:moveTo>
                  <a:pt x="0" y="0"/>
                </a:moveTo>
                <a:lnTo>
                  <a:pt x="267645" y="0"/>
                </a:lnTo>
                <a:lnTo>
                  <a:pt x="267645" y="280926"/>
                </a:lnTo>
                <a:lnTo>
                  <a:pt x="0" y="28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79283" y="766647"/>
            <a:ext cx="4817434" cy="4817434"/>
          </a:xfrm>
          <a:custGeom>
            <a:avLst/>
            <a:gdLst/>
            <a:ahLst/>
            <a:cxnLst/>
            <a:rect r="r" b="b" t="t" l="l"/>
            <a:pathLst>
              <a:path h="4817434" w="4817434">
                <a:moveTo>
                  <a:pt x="0" y="0"/>
                </a:moveTo>
                <a:lnTo>
                  <a:pt x="4817434" y="0"/>
                </a:lnTo>
                <a:lnTo>
                  <a:pt x="4817434" y="4817434"/>
                </a:lnTo>
                <a:lnTo>
                  <a:pt x="0" y="4817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700611" y="-1967240"/>
            <a:ext cx="3504866" cy="3504866"/>
          </a:xfrm>
          <a:custGeom>
            <a:avLst/>
            <a:gdLst/>
            <a:ahLst/>
            <a:cxnLst/>
            <a:rect r="r" b="b" t="t" l="l"/>
            <a:pathLst>
              <a:path h="3504866" w="3504866">
                <a:moveTo>
                  <a:pt x="0" y="0"/>
                </a:moveTo>
                <a:lnTo>
                  <a:pt x="3504866" y="0"/>
                </a:lnTo>
                <a:lnTo>
                  <a:pt x="3504866" y="3504867"/>
                </a:lnTo>
                <a:lnTo>
                  <a:pt x="0" y="350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039108" y="5143500"/>
            <a:ext cx="16220192" cy="5143500"/>
            <a:chOff x="0" y="0"/>
            <a:chExt cx="11354135" cy="36004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54135" cy="3600450"/>
            </a:xfrm>
            <a:custGeom>
              <a:avLst/>
              <a:gdLst/>
              <a:ahLst/>
              <a:cxnLst/>
              <a:rect r="r" b="b" t="t" l="l"/>
              <a:pathLst>
                <a:path h="3600450" w="11354135">
                  <a:moveTo>
                    <a:pt x="0" y="0"/>
                  </a:moveTo>
                  <a:lnTo>
                    <a:pt x="9031079" y="0"/>
                  </a:lnTo>
                  <a:lnTo>
                    <a:pt x="11354135" y="1334770"/>
                  </a:lnTo>
                  <a:lnTo>
                    <a:pt x="11354135" y="3600450"/>
                  </a:lnTo>
                  <a:lnTo>
                    <a:pt x="0" y="3600450"/>
                  </a:lnTo>
                  <a:close/>
                </a:path>
              </a:pathLst>
            </a:custGeom>
            <a:blipFill>
              <a:blip r:embed="rId5"/>
              <a:stretch>
                <a:fillRect l="0" t="-30558" r="0" b="-3055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39108" y="517674"/>
            <a:ext cx="17441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Ingoude Company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121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563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255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69830" y="517674"/>
            <a:ext cx="8097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0" y="5143500"/>
            <a:ext cx="880981" cy="5143500"/>
            <a:chOff x="0" y="0"/>
            <a:chExt cx="696084" cy="406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6084" cy="4064000"/>
            </a:xfrm>
            <a:custGeom>
              <a:avLst/>
              <a:gdLst/>
              <a:ahLst/>
              <a:cxnLst/>
              <a:rect r="r" b="b" t="t" l="l"/>
              <a:pathLst>
                <a:path h="4064000" w="696084">
                  <a:moveTo>
                    <a:pt x="0" y="0"/>
                  </a:moveTo>
                  <a:lnTo>
                    <a:pt x="696084" y="0"/>
                  </a:lnTo>
                  <a:lnTo>
                    <a:pt x="696084" y="4064000"/>
                  </a:lnTo>
                  <a:lnTo>
                    <a:pt x="0" y="4064000"/>
                  </a:lnTo>
                  <a:close/>
                </a:path>
              </a:pathLst>
            </a:custGeom>
            <a:gradFill rotWithShape="true">
              <a:gsLst>
                <a:gs pos="0">
                  <a:srgbClr val="003A89">
                    <a:alpha val="100000"/>
                  </a:srgbClr>
                </a:gs>
                <a:gs pos="100000">
                  <a:srgbClr val="C700F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6084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39108" y="1356652"/>
            <a:ext cx="9335503" cy="328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1"/>
              </a:lnSpc>
              <a:spcBef>
                <a:spcPct val="0"/>
              </a:spcBef>
            </a:pPr>
            <a:r>
              <a:rPr lang="en-US" sz="19172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DAGYbfhe2x8</dc:identifier>
  <dcterms:modified xsi:type="dcterms:W3CDTF">2011-08-01T06:04:30Z</dcterms:modified>
  <cp:revision>1</cp:revision>
  <dc:title>Purple Futuristic Technology Presentation</dc:title>
</cp:coreProperties>
</file>